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abai_temp_ad8419a7927a448d82063df2f80705c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18288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4630400" cy="219456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371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测试PPT生成请求的深度解析与应对策略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从用户表层需求到商业价值的精准转化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abai_temp_78d76c7b44ff4da3a119d24c86f6f3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18288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4630400" cy="50292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371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核心议题：解码“测试请求”背后的真实意图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1. 现象剖析：“十个字符”背后的用户行为模式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2. 价值挖掘：将测试场景转化为信任建立与能力展示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3. 方法论：构建“需求-洞察-方案”三层响应框架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4. 实战案例：某SaaS企业通过测试请求实现30%转化率提升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5. 行动路线：立即执行的五步标准化流程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abai_temp_709425bd84fc446e985ab5ae4d8031e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18288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4630400" cy="466344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371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现象剖析：解码“测试请求”的用户行为与心理动因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1. 用户行为模式：以最小成本（十个字符）验证服务商的响应速度、内容质量与专业深度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2. 潜在意图评估：70%为能力测试，30%为真实需求雏形，需通过专业回应引导转化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3. 关键洞察：测试请求是建立第一印象、展示差异化专业能力的黄金窗口期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4. 风险识别：敷衍或模板化回应将直接导致信任流失与商机终结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abai_temp_0d6ab22347d34b77aa416fd3166885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18288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4630400" cy="466344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371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方法论：三层响应框架——超越请求，交付洞察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1. 第一层：精准满足显性需求——严格遵循“十个字符”等指令性约束，展示执行力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2. 第二层：主动提供深度内容——围绕测试主题展开专业分析，体现思想领导力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3. 第三层：植入商业价值钩子——将回应与客户可能的业务场景（如PPT设计）关联，创造转化契机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4. 核心KPI：将单次测试互动的信息密度与专业度提升300%，建立“顾问”而非“执行者”心智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abai_temp_5d938626376c4b3291f97e227b83ffa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18288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4630400" cy="50292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371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实战案例：从测试到签约——某企业培训公司的转化路径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1. 初始场景：客户仅发送“做一个产品介绍PPT”的测试指令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2. 应对策略：交付包含“竞品对比分析框架”、“客户痛点映射矩阵”、“ROI测算模型”三页深度样稿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3. 转化过程：样稿引发客户内部讨论，触发出其未明说的年度战略汇报真实需求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4. 商业成果：将单次PPT制作需求升级为全年高管演示辅导项目，合同额提升XX倍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5. 核心经验：用测试请求作为展示方法论与行业知识的舞台，而非单纯的任务交付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360920"/>
            <a:ext cx="1408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BBBBBB"/>
                </a:solidFill>
              </a:defRPr>
            </a:pPr>
            <a:r>
              <a:t>Powered by RabAiMind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