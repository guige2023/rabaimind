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227a39643a024f84b9295ee21612e7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219456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AI新范式：从技术突破到商业重塑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人工智能核心趋势与战略机遇分析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745eaabe935c48f2a28080b4d1890cd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核心洞察：把握AI价值跃迁的四个维度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范式转变：从专用模型到基础模型的根本性迁移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竞争焦点：算力、数据、人才与生态的立体化博弈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应用引爆：生成式AI正重构千行百业的用户界面与工作流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战略风险：监管、伦理与供应链安全构成关键不确定性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227a39643a024f84b9295ee21612e7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现状：基础模型成为新的技术栈与竞争壁垒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OpenAI的GPT系列、谷歌的PaLM系列等大模型参数已突破万亿级，形成‘模型即平台’新格局。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训练成本呈指数级增长，单次训练成本可达数千万美元，将初创企业挡在门外。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行业从‘AI+’（工具应用）转向‘+AI’（原生重构），技术深度融入业务流程。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微软-OpenAI联盟、谷歌DeepMind整合、亚马逊投资Anthropic，巨头生态圈初步形成。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b4b0a58c622645b4b5f33bea4629cbb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竞争格局：中美双极主导，欧洲寻求差异化突破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美国在基础研究与顶尖人才上保持领先，拥有OpenAI、Anthropic等明星公司。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中国在应用落地与数据规模上优势明显，百度文心、阿里通义等大模型快速迭代。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欧洲聚焦伦理AI与工业AI，通过《人工智能法案》试图建立规则话语权。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竞争已从单一技术点延伸至芯片（英伟达 vs. 华为昇腾）、云计算、开源社区的全栈竞争。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99266e229dde4f10952e76c136e626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关键驱动力：算力、算法、数据飞轮与资本密度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英伟达H100 GPU成为行业‘硬通货’，算力获取能力直接决定研发进度。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Transformer架构仍是主流，但MoE、混合专家模型等新架构正提升训练与推理效率。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高质量、结构化、领域特定的数据成为比算法更稀缺的核心资产。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2023年全球AI领域私募融资超XX亿美元，资本高度集中于头部基础模型公司。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99266e229dde4f10952e76c136e626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未来展望：AGI路径分歧与垂直化价值落地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技术路径出现分歧：Scaling Law（规模定律）延续派 vs. 新架构革命派。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AGI（通用人工智能）仍是长期愿景，但‘狭义AGI’（在特定领域达到人类水平）将在5-10年内于科研、编程等领域实现。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未来3-5年，最大商业价值将来自垂直领域大模型（金融、医疗、制造）与AI原生应用。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AI Agent（智能体）将取代简单Copilot，成为自主完成复杂任务的新交互范式。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99266e229dde4f10952e76c136e626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投资热点：从基础设施到杀手级应用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基础设施层：高性能AI芯片、智算中心、数据标注与治理、模型评测工具。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模型层：开源模型商业化（如Meta Llama生态）、小型化/边缘化模型、多模态模型。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应用层：AI原生应用（如Notion AI, Midjourney）、行业解决方案（AI for Science, AI制药）、AI Agent平台。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支持层：AI安全与对齐、合规与审计、开发者工具与MLOps。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b14dc32abe274bf693f51aca712c73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战略风险：技术、监管与商业化的三重挑战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技术黑箱与幻觉问题制约其在金融、医疗等高可靠性领域的部署。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全球监管碎片化：欧盟《AI法案》基于风险分级，美国侧重自愿框架，中国实行备案制。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高昂的推理成本与模糊的ROI模型，使企业大规模部署面临盈利挑战。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地缘政治导致AI芯片、高端人才流动受限，供应链安全风险凸显。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201b543d04ae4924a552e00a7c048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行动建议：企业AI战略的四个关键决策点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定位选择：成为基础模型构建者、垂直领域精炼者，还是AI原生应用开发者？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构建模式：自建团队从头训练、基于开源模型微调、还是调用API快速集成？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投资重点：将核心预算投向算力储备、数据资产建设，还是顶尖人才招募？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治理框架：立即建立内部的AI伦理委员会、使用政策与风险评估流程。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b4b0a58c622645b4b5f33bea4629cbb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结论：拥抱AI，但以清晰的战略与务实的路径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AI是生产力革命，其影响将远超移动互联网，但价值兑现需要时间与耐心。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未来2-3年是建立数据、人才与技术护城河的关键窗口期。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成功的AI战略不是技术采购，而是顶层设计的业务转型与组织能力升级。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建议：立即启动高管AI认知对齐，在1-2个核心业务场景开展深度试点，并投资于长期AI素养培养。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60920"/>
            <a:ext cx="1408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BBBBBB"/>
                </a:solidFill>
              </a:defRPr>
            </a:pPr>
            <a:r>
              <a:t>Powered by RabAiMind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